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I'll show you CustomTees, our customer order management system — what it does, how it's built, and how it went from a rapid prototype to a production deployment on Google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of the functionality before the technical story: operations, inventory, analytics, and user management — everything runs on live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language end to end keeps the team fast: the database schema, API, and UI share types, so many bugs are caught at compile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migration story: Replit for speed, GitHub for control, then Google Cloud for production. Each stage kept the app running — no rewrite, same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path on top: users hit Cloud Run, which talks to Cloud SQL over a private socket. Delivery path below: a push to GitHub triggers Cloud Build, which builds the Docker image and rolls out a new revision. Secrets live in environment variables, never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changes are code: edit the typed schema, generate a versioned migration, apply it to Cloud SQL, then commit both together. The rule — migrate before deploy — means the app never meets a database it doesn't understand.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is fully automated: commit, push, and Cloud Build takes it from source to a live revision. Rollback is one click in the console — traffic just shifts to the previous revision.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posture: hashed credentials, role-based permissions in both the UI and the API, a database that isn't reachable from the internet, and IAM scoped to exactly one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foundation is serverless and automated, each of these is incremental work — no re-architecture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here for the live demo: create an order, watch stock deduct, show the analytics page.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1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572000"/>
            <a:ext cx="5029200" cy="50292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591556" y="91440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tshi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3133" y="1185977"/>
            <a:ext cx="462686" cy="462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1488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CustomTees OMS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Replit prototype to production on Google Cloud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 Management System   ·   Leadership Demo   ·   July 2026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Christy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internal tool for the whole order lifecycle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CustomTees OMS manages customers, orders, products with size and color variants, inventory, and analytics — all in one place, connected to a live PostgreSQL database with real-time stock deduction on every order.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codebase. Four modules. Two roles.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12080" y="146304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EAF3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0" y="1737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9471" y="189043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0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Customers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orders, track status, manage customer records — stock auto-deducts on order creation.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41080" y="146304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EA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8915400" y="17373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471" y="189043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15400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Inventory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support (size / color), stock levels, and low-stock alerts with per-product thresholds.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212080" y="393192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EAF3F8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0" y="4206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471" y="435931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489204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overview, product performance, monthly revenue and purchase trends.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641080" y="393192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EA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915400" y="42062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icons/user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8471" y="435931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15400" y="489204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employee roles, admin-only user management, JWT-secured sessions.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single-language TypeScript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1559052" y="1737360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438" y="1944746"/>
            <a:ext cx="353324" cy="3533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432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+ Recharts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74720" y="14173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4393692" y="173736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078" y="1944746"/>
            <a:ext cx="353324" cy="3533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7432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middleware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09360" y="14173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14" name="Shape 10"/>
          <p:cNvSpPr/>
          <p:nvPr/>
        </p:nvSpPr>
        <p:spPr>
          <a:xfrm>
            <a:off x="7228332" y="1737360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icons/postgr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718" y="1944746"/>
            <a:ext cx="353324" cy="3533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7432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schema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migrations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144000" y="14173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18" name="Shape 13"/>
          <p:cNvSpPr/>
          <p:nvPr/>
        </p:nvSpPr>
        <p:spPr>
          <a:xfrm>
            <a:off x="10062972" y="1737360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3" descr="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0358" y="1944746"/>
            <a:ext cx="353324" cy="3533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0" y="27432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Ship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 CI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 TypeScript — one language across frontend, backend, and database schema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Journey: Prototype →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idea to a live cloud service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61488"/>
            <a:ext cx="10515600" cy="32004"/>
          </a:xfrm>
          <a:prstGeom prst="rect">
            <a:avLst/>
          </a:prstGeom>
          <a:solidFill>
            <a:srgbClr val="C7D8E4"/>
          </a:solidFill>
          <a:ln/>
        </p:spPr>
      </p:sp>
      <p:sp>
        <p:nvSpPr>
          <p:cNvPr id="6" name="Shape 4"/>
          <p:cNvSpPr/>
          <p:nvPr/>
        </p:nvSpPr>
        <p:spPr>
          <a:xfrm>
            <a:off x="891540" y="2249424"/>
            <a:ext cx="1051560" cy="10515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re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461" y="2533345"/>
            <a:ext cx="483718" cy="4837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Replit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20040" y="3931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built and iterated fast, right in the browser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76272" y="2651760"/>
            <a:ext cx="502920" cy="256032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11" name="Shape 8"/>
          <p:cNvSpPr/>
          <p:nvPr/>
        </p:nvSpPr>
        <p:spPr>
          <a:xfrm>
            <a:off x="3232404" y="2249424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325" y="2533345"/>
            <a:ext cx="483718" cy="4837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60904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GitHub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660904" y="3931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exported to Git — one source of truth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17136" y="2651760"/>
            <a:ext cx="502920" cy="256032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16" name="Shape 12"/>
          <p:cNvSpPr/>
          <p:nvPr/>
        </p:nvSpPr>
        <p:spPr>
          <a:xfrm>
            <a:off x="5573268" y="2249424"/>
            <a:ext cx="1051560" cy="10515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189" y="2533345"/>
            <a:ext cx="483718" cy="4837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01768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Local Setup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01768" y="3931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to Mac; Drizzle DB migrations generated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58000" y="2651760"/>
            <a:ext cx="502920" cy="256032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21" name="Shape 16"/>
          <p:cNvSpPr/>
          <p:nvPr/>
        </p:nvSpPr>
        <p:spPr>
          <a:xfrm>
            <a:off x="7914132" y="2249424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053" y="2533345"/>
            <a:ext cx="483718" cy="4837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42632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Cloud SQL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42632" y="3931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 provisioned on GCP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198864" y="2651760"/>
            <a:ext cx="502920" cy="256032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26" name="Shape 20"/>
          <p:cNvSpPr/>
          <p:nvPr/>
        </p:nvSpPr>
        <p:spPr>
          <a:xfrm>
            <a:off x="10254996" y="2249424"/>
            <a:ext cx="1051560" cy="10515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4" descr="icons/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917" y="2533345"/>
            <a:ext cx="483718" cy="4837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83496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Cloud Run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683496" y="3931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and live on a public URL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64008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repeatable — the app can be rebuilt from the repo alone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 on Google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and fully managed — no servers to patch, pay only for use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6837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459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team, any browser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246120" y="2066544"/>
            <a:ext cx="502920" cy="256032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0" y="15087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4041648" y="1920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781" y="206837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1645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Node 20 · Express API + React UI · auto-scales to zero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955280" y="2066544"/>
            <a:ext cx="502920" cy="256032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9640" y="1508760"/>
            <a:ext cx="2999232" cy="137160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750808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s/postgr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941" y="206837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64040" y="164592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private socket, no public IP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40080" y="44348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48463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icons/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99445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5720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 · source of truth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3246120" y="4992624"/>
            <a:ext cx="502920" cy="256032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24" name="Shape 18"/>
          <p:cNvSpPr/>
          <p:nvPr/>
        </p:nvSpPr>
        <p:spPr>
          <a:xfrm>
            <a:off x="3840480" y="44348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041648" y="4846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9781" y="499445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880" y="4572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container + deploys on every push</a:t>
            </a:r>
            <a:endParaRPr lang="en-US" sz="1450" dirty="0"/>
          </a:p>
        </p:txBody>
      </p:sp>
      <p:sp>
        <p:nvSpPr>
          <p:cNvPr id="28" name="Shape 21"/>
          <p:cNvSpPr/>
          <p:nvPr/>
        </p:nvSpPr>
        <p:spPr>
          <a:xfrm>
            <a:off x="5623560" y="3063240"/>
            <a:ext cx="292608" cy="1234440"/>
          </a:xfrm>
          <a:prstGeom prst="upArrow">
            <a:avLst/>
          </a:prstGeom>
          <a:solidFill>
            <a:srgbClr val="9FB8C9"/>
          </a:solidFill>
          <a:ln/>
        </p:spPr>
      </p:sp>
      <p:sp>
        <p:nvSpPr>
          <p:cNvPr id="29" name="Shape 22"/>
          <p:cNvSpPr/>
          <p:nvPr/>
        </p:nvSpPr>
        <p:spPr>
          <a:xfrm>
            <a:off x="7818120" y="4526280"/>
            <a:ext cx="3730752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sp>
        <p:nvSpPr>
          <p:cNvPr id="30" name="Text 23"/>
          <p:cNvSpPr/>
          <p:nvPr/>
        </p:nvSpPr>
        <p:spPr>
          <a:xfrm>
            <a:off x="8046720" y="468172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(env vars)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 · JWT_SECRET · NODE_ENV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Changes, Done Safely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keeps schema and code in lockstep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019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65176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291840"/>
            <a:ext cx="2093976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shared/schema.ts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2743200"/>
            <a:ext cx="219456" cy="219456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6459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19019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0752" y="265176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migration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0752" y="3291840"/>
            <a:ext cx="2093976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drizzle-kit generate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9048" y="2743200"/>
            <a:ext cx="219456" cy="219456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6459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9019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65392" y="265176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Cloud 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5392" y="3291840"/>
            <a:ext cx="2093976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drizzle-kit migrate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33688" y="2743200"/>
            <a:ext cx="219456" cy="219456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16459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</p:spPr>
      </p:sp>
      <p:sp>
        <p:nvSpPr>
          <p:cNvPr id="21" name="Text 19"/>
          <p:cNvSpPr/>
          <p:nvPr/>
        </p:nvSpPr>
        <p:spPr>
          <a:xfrm>
            <a:off x="9400032" y="19019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00032" y="265176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ship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00032" y="3291840"/>
            <a:ext cx="2093976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17520" y="4892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0964" y="5015484"/>
            <a:ext cx="210312" cy="2103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703320" y="4846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migrations run before new app code deploys — database and repo never drift apart.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Deploy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with zero manual builds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7602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8836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572768"/>
            <a:ext cx="1691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laptop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64408" y="1874520"/>
            <a:ext cx="219456" cy="219456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14630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A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17602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6" y="188366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24528" y="1572768"/>
            <a:ext cx="1691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Docker image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099048" y="1874520"/>
            <a:ext cx="219456" cy="219456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9360" y="14630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AF3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473952" y="17602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doc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88366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59168" y="1572768"/>
            <a:ext cx="1691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container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933688" y="1874520"/>
            <a:ext cx="219456" cy="219456"/>
          </a:xfrm>
          <a:prstGeom prst="rightArrow">
            <a:avLst/>
          </a:prstGeom>
          <a:solidFill>
            <a:srgbClr val="9FB8C9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0" y="14630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AF3F8"/>
          </a:solidFill>
          <a:ln/>
        </p:spPr>
      </p:sp>
      <p:sp>
        <p:nvSpPr>
          <p:cNvPr id="21" name="Shape 16"/>
          <p:cNvSpPr/>
          <p:nvPr/>
        </p:nvSpPr>
        <p:spPr>
          <a:xfrm>
            <a:off x="9308592" y="17602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icons/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1883664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93808" y="1572768"/>
            <a:ext cx="1691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revision goes live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2441448" y="3017520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production:   </a:t>
            </a:r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2468880" y="4343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324" y="446684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154680" y="4297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main triggers a fresh build and deployment — no manual steps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2468880" y="5029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2324" y="5152644"/>
            <a:ext cx="210312" cy="2103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154680" y="4983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 roll out with zero downtime for users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2468880" y="5715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2" name="Image 6" descr="icons/bran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2324" y="5838444"/>
            <a:ext cx="210312" cy="2103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154680" y="5669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— route traffic back to any previous revision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Operations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encrypted paths, and no secrets in code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38160" y="1554480"/>
            <a:ext cx="3410712" cy="4480560"/>
          </a:xfrm>
          <a:prstGeom prst="roundRect">
            <a:avLst>
              <a:gd name="adj" fmla="val 3217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9244584" y="233172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5538" y="2652674"/>
            <a:ext cx="546811" cy="546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3931920"/>
            <a:ext cx="2862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built in from day one — not bolted on later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181508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6459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bcrypt-hashed passwords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25877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user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271119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5420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admin and employee permission levels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85800" y="348386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607308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43814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database IP in production — Cloud SQL socket only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85800" y="43799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4503420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43342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 — the service gets only the Cloud SQL Client role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85800" y="527608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5" descr="icons/file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5399532"/>
            <a:ext cx="210312" cy="21031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1600" y="52303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injected as environment variables — never committed to the repo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ready to grow with the business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do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471" y="2164751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697480"/>
            <a:ext cx="2057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URL with managed HTTPS certificates on Cloud Run.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3749040" y="2011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heartb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111" y="216475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2697480"/>
            <a:ext cx="2057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Logging dashboards, uptime checks, and error alerting.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30936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14" name="Shape 10"/>
          <p:cNvSpPr/>
          <p:nvPr/>
        </p:nvSpPr>
        <p:spPr>
          <a:xfrm>
            <a:off x="6583680" y="2011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751" y="2164751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2697480"/>
            <a:ext cx="2057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Pipeline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staging service, with migrations automated in CI.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914400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18" name="Shape 13"/>
          <p:cNvSpPr/>
          <p:nvPr/>
        </p:nvSpPr>
        <p:spPr>
          <a:xfrm>
            <a:off x="9418320" y="20116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3" descr="icons/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1391" y="2164751"/>
            <a:ext cx="260787" cy="2607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18320" y="2697480"/>
            <a:ext cx="2057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Growth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analytics, exports, and integrations as team needs evolve.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foundation = new capabilities without new infrastructure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591556" y="105156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3133" y="1323137"/>
            <a:ext cx="462686" cy="462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3172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It Live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 Cloud Run — real data, real time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84448" y="411480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github.com/ChristyDharmasingh/CustomTees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55321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2026-07-15T03:23:07Z</dcterms:created>
  <dcterms:modified xsi:type="dcterms:W3CDTF">2026-07-15T03:23:07Z</dcterms:modified>
</cp:coreProperties>
</file>
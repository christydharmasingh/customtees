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Today I'll show you CustomTees, our customer order management system — what it does, how it's built, and how it went from a rapid prototype to a production deployment on Google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tour of the functionality before the technical story: operations, inventory, analytics, and user management — everything runs on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language end to end keeps the team fast: the database schema, API, and UI share types, so many bugs are caught at compile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migration story: Replit for speed, GitHub for control, then Google Cloud for production. Each stage kept the app running — no rewrite, same codebase.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path on top: users hit Cloud Run, which talks to Cloud SQL over a private socket. Delivery path below: a push to GitHub triggers Cloud Build, which builds the Docker image and rolls out a new revision. Secrets live in environment variables, never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changes are code: edit the typed schema, generate a versioned migration, apply it to Cloud SQL, then commit both together. The rule — migrate before deploy — means the app never meets a database it doesn't understand.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is fully automated: commit, push, and Cloud Build takes it from source to a live revision. Rollback is one click in the console — traffic just shifts to the previous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posture: hashed credentials, role-based permissions in both the UI and the API, a database that isn't reachable from the internet, and IAM scoped to exactly one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the foundation is serverless and automated, each of these is incremental work — no re-architecture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here for the live demo: create an order, watch stock deduct, show the analytics page. Then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1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2011680"/>
            <a:ext cx="5943600" cy="59436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194560" y="4572000"/>
            <a:ext cx="5029200" cy="502920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591556" y="914400"/>
            <a:ext cx="1005840" cy="10058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icons/tshi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3133" y="1185977"/>
            <a:ext cx="462686" cy="462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14884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CustomTees OMS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914400" y="315468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Replit prototype to production on Google Cloud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9776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 Management System   ·   Leadership Demo   ·   July 2026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Christy Jason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production-ready internal tool for the whole order lifecycle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CustomTees OMS manages customers, orders, products with size and color variants, inventory, and analytics — all in one place, connected to a live PostgreSQL database with real-time stock deduction on every order.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codebase. Four modules. Two roles.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212080" y="146304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EAF3F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0" y="173736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9" name="Image 0" descr="icons/c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9471" y="1890431"/>
            <a:ext cx="260787" cy="2607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Customers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orders, track status, manage customer records — stock auto-deducts on order creation.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41080" y="146304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EAF3F8"/>
          </a:solidFill>
          <a:ln/>
        </p:spPr>
      </p:sp>
      <p:sp>
        <p:nvSpPr>
          <p:cNvPr id="12" name="Shape 9"/>
          <p:cNvSpPr/>
          <p:nvPr/>
        </p:nvSpPr>
        <p:spPr>
          <a:xfrm>
            <a:off x="8915400" y="17373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icons/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8471" y="1890431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91540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Inventory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support (size / color), stock levels, and low-stock alerts with per-product thresholds.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212080" y="39319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EAF3F8"/>
          </a:solidFill>
          <a:ln/>
        </p:spPr>
      </p:sp>
      <p:sp>
        <p:nvSpPr>
          <p:cNvPr id="16" name="Shape 12"/>
          <p:cNvSpPr/>
          <p:nvPr/>
        </p:nvSpPr>
        <p:spPr>
          <a:xfrm>
            <a:off x="5486400" y="42062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2" descr="icons/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9471" y="4359311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486400" y="489204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overview, product performance, monthly revenue and purchase trends.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641080" y="39319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EAF3F8"/>
          </a:solidFill>
          <a:ln/>
        </p:spPr>
      </p:sp>
      <p:sp>
        <p:nvSpPr>
          <p:cNvPr id="20" name="Shape 15"/>
          <p:cNvSpPr/>
          <p:nvPr/>
        </p:nvSpPr>
        <p:spPr>
          <a:xfrm>
            <a:off x="8915400" y="420624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1" name="Image 3" descr="icons/user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471" y="4359311"/>
            <a:ext cx="260787" cy="26078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15400" y="489204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Roles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and employee roles, admin-only user management, JWT-secured sessions.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modern, single-language TypeScript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6" name="Shape 4"/>
          <p:cNvSpPr/>
          <p:nvPr/>
        </p:nvSpPr>
        <p:spPr>
          <a:xfrm>
            <a:off x="1559052" y="1737360"/>
            <a:ext cx="768096" cy="768096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icons/re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6438" y="1944746"/>
            <a:ext cx="353324" cy="3533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7432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shadcn/ui + Recharts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474720" y="141732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10" name="Shape 7"/>
          <p:cNvSpPr/>
          <p:nvPr/>
        </p:nvSpPr>
        <p:spPr>
          <a:xfrm>
            <a:off x="4393692" y="17373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078" y="1944746"/>
            <a:ext cx="353324" cy="3533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27432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bcrypt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middleware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309360" y="141732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14" name="Shape 10"/>
          <p:cNvSpPr/>
          <p:nvPr/>
        </p:nvSpPr>
        <p:spPr>
          <a:xfrm>
            <a:off x="7228332" y="1737360"/>
            <a:ext cx="768096" cy="768096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icons/postgr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5718" y="1944746"/>
            <a:ext cx="353324" cy="3533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92240" y="27432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Drizzle ORM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schema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migrations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9144000" y="141732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18" name="Shape 13"/>
          <p:cNvSpPr/>
          <p:nvPr/>
        </p:nvSpPr>
        <p:spPr>
          <a:xfrm>
            <a:off x="10062972" y="1737360"/>
            <a:ext cx="768096" cy="768096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9" name="Image 3" descr="icons/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0358" y="1944746"/>
            <a:ext cx="353324" cy="35332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326880" y="27432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TypeScript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600" dirty="0"/>
          </a:p>
          <a:p>
            <a:pPr algn="ctr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 CI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97.5% TypeScript — one language across frontend, backend, and database schema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Journey: Prototype → Production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 from idea to a live cloud service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761488"/>
            <a:ext cx="10515600" cy="32004"/>
          </a:xfrm>
          <a:prstGeom prst="rect">
            <a:avLst/>
          </a:prstGeom>
          <a:solidFill>
            <a:srgbClr val="C7D8E4"/>
          </a:solidFill>
          <a:ln/>
        </p:spPr>
      </p:sp>
      <p:sp>
        <p:nvSpPr>
          <p:cNvPr id="6" name="Shape 4"/>
          <p:cNvSpPr/>
          <p:nvPr/>
        </p:nvSpPr>
        <p:spPr>
          <a:xfrm>
            <a:off x="891540" y="2249424"/>
            <a:ext cx="1051560" cy="10515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icons/repl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461" y="2533345"/>
            <a:ext cx="483718" cy="4837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Replit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320040" y="3931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built and iterated fast, right in the browser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176272" y="2651760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1" name="Shape 8"/>
          <p:cNvSpPr/>
          <p:nvPr/>
        </p:nvSpPr>
        <p:spPr>
          <a:xfrm>
            <a:off x="3232404" y="2249424"/>
            <a:ext cx="1051560" cy="10515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icons/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325" y="2533345"/>
            <a:ext cx="483718" cy="4837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60904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GitHub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2660904" y="3931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exported to Git — one source of truth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17136" y="2651760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6" name="Shape 12"/>
          <p:cNvSpPr/>
          <p:nvPr/>
        </p:nvSpPr>
        <p:spPr>
          <a:xfrm>
            <a:off x="5573268" y="2249424"/>
            <a:ext cx="1051560" cy="10515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7" name="Image 2" descr="icons/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189" y="2533345"/>
            <a:ext cx="483718" cy="4837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01768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Local Setup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5001768" y="3931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Cloned to Mac; Drizzle DB migrations generated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858000" y="2651760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21" name="Shape 16"/>
          <p:cNvSpPr/>
          <p:nvPr/>
        </p:nvSpPr>
        <p:spPr>
          <a:xfrm>
            <a:off x="7914132" y="2249424"/>
            <a:ext cx="1051560" cy="10515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2" name="Image 3" descr="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053" y="2533345"/>
            <a:ext cx="483718" cy="4837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42632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Cloud SQL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7342632" y="3931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PostgreSQL provisioned on GCP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9198864" y="2651760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26" name="Shape 20"/>
          <p:cNvSpPr/>
          <p:nvPr/>
        </p:nvSpPr>
        <p:spPr>
          <a:xfrm>
            <a:off x="10254996" y="2249424"/>
            <a:ext cx="1051560" cy="10515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7" name="Image 4" descr="icons/rock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8917" y="2533345"/>
            <a:ext cx="483718" cy="48371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683496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Cloud Run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9683496" y="3931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and live on a public URL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repeatable — the app can be rebuilt from the repo alone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Architecture on Google Cloud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and fully managed — no servers to patch, pay only for use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EAF3F8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1920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68373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64592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team, any browser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46120" y="2066544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0" name="Shape 7"/>
          <p:cNvSpPr/>
          <p:nvPr/>
        </p:nvSpPr>
        <p:spPr>
          <a:xfrm>
            <a:off x="3840480" y="150876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EAF3F8"/>
          </a:solidFill>
          <a:ln/>
        </p:spPr>
      </p:sp>
      <p:sp>
        <p:nvSpPr>
          <p:cNvPr id="11" name="Shape 8"/>
          <p:cNvSpPr/>
          <p:nvPr/>
        </p:nvSpPr>
        <p:spPr>
          <a:xfrm>
            <a:off x="4041648" y="192024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1" descr="icons/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781" y="206837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16459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Node 20 · Express API + React UI · auto-scales to zero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7955280" y="2066544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5" name="Shape 11"/>
          <p:cNvSpPr/>
          <p:nvPr/>
        </p:nvSpPr>
        <p:spPr>
          <a:xfrm>
            <a:off x="8549640" y="1508760"/>
            <a:ext cx="2999232" cy="1371600"/>
          </a:xfrm>
          <a:prstGeom prst="roundRect">
            <a:avLst>
              <a:gd name="adj" fmla="val 6667"/>
            </a:avLst>
          </a:prstGeom>
          <a:solidFill>
            <a:srgbClr val="EAF3F8"/>
          </a:solidFill>
          <a:ln/>
        </p:spPr>
      </p:sp>
      <p:sp>
        <p:nvSpPr>
          <p:cNvPr id="16" name="Shape 12"/>
          <p:cNvSpPr/>
          <p:nvPr/>
        </p:nvSpPr>
        <p:spPr>
          <a:xfrm>
            <a:off x="8750808" y="1920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7" name="Image 2" descr="icons/postgr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941" y="206837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464040" y="1645920"/>
            <a:ext cx="1901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SQL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private socket, no public IP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40080" y="443484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EAF3F8"/>
          </a:solidFill>
          <a:ln/>
        </p:spPr>
      </p:sp>
      <p:sp>
        <p:nvSpPr>
          <p:cNvPr id="20" name="Shape 15"/>
          <p:cNvSpPr/>
          <p:nvPr/>
        </p:nvSpPr>
        <p:spPr>
          <a:xfrm>
            <a:off x="841248" y="4846320"/>
            <a:ext cx="548640" cy="54864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3" descr="icons/githu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499445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45720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branch · source of truth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3246120" y="4992624"/>
            <a:ext cx="502920" cy="256032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24" name="Shape 18"/>
          <p:cNvSpPr/>
          <p:nvPr/>
        </p:nvSpPr>
        <p:spPr>
          <a:xfrm>
            <a:off x="3840480" y="443484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EAF3F8"/>
          </a:solidFill>
          <a:ln/>
        </p:spPr>
      </p:sp>
      <p:sp>
        <p:nvSpPr>
          <p:cNvPr id="25" name="Shape 19"/>
          <p:cNvSpPr/>
          <p:nvPr/>
        </p:nvSpPr>
        <p:spPr>
          <a:xfrm>
            <a:off x="4041648" y="48463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4" descr="icons/cog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9781" y="499445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54880" y="45720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container + deploys on every push</a:t>
            </a:r>
            <a:endParaRPr lang="en-US" sz="1450" dirty="0"/>
          </a:p>
        </p:txBody>
      </p:sp>
      <p:sp>
        <p:nvSpPr>
          <p:cNvPr id="28" name="Shape 21"/>
          <p:cNvSpPr/>
          <p:nvPr/>
        </p:nvSpPr>
        <p:spPr>
          <a:xfrm>
            <a:off x="5623560" y="3063240"/>
            <a:ext cx="292608" cy="1234440"/>
          </a:xfrm>
          <a:prstGeom prst="upArrow">
            <a:avLst/>
          </a:prstGeom>
          <a:solidFill>
            <a:srgbClr val="9FB8C9"/>
          </a:solidFill>
          <a:ln/>
        </p:spPr>
      </p:sp>
      <p:sp>
        <p:nvSpPr>
          <p:cNvPr id="29" name="Shape 22"/>
          <p:cNvSpPr/>
          <p:nvPr/>
        </p:nvSpPr>
        <p:spPr>
          <a:xfrm>
            <a:off x="7818120" y="4526280"/>
            <a:ext cx="3730752" cy="1188720"/>
          </a:xfrm>
          <a:prstGeom prst="roundRect">
            <a:avLst>
              <a:gd name="adj" fmla="val 7692"/>
            </a:avLst>
          </a:prstGeom>
          <a:solidFill>
            <a:srgbClr val="21295C"/>
          </a:solidFill>
          <a:ln/>
        </p:spPr>
      </p:sp>
      <p:sp>
        <p:nvSpPr>
          <p:cNvPr id="30" name="Text 23"/>
          <p:cNvSpPr/>
          <p:nvPr/>
        </p:nvSpPr>
        <p:spPr>
          <a:xfrm>
            <a:off x="8046720" y="468172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(env vars)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DATABASE_URL · JWT_SECRET · NODE_ENV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Changes, Done Safely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Drizzle ORM keeps schema and code in lockstep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2651760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schema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3291840"/>
            <a:ext cx="2093976" cy="5486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shared/schema.ts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4408" y="2743200"/>
            <a:ext cx="219456" cy="219456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0" y="164592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EAF3F8"/>
          </a:solidFill>
          <a:ln/>
        </p:spPr>
      </p:sp>
      <p:sp>
        <p:nvSpPr>
          <p:cNvPr id="11" name="Text 9"/>
          <p:cNvSpPr/>
          <p:nvPr/>
        </p:nvSpPr>
        <p:spPr>
          <a:xfrm>
            <a:off x="3730752" y="190195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30752" y="2651760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migration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30752" y="3291840"/>
            <a:ext cx="2093976" cy="5486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drizzle-kit generate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9048" y="2743200"/>
            <a:ext cx="219456" cy="219456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9360" y="164592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EAF3F8"/>
          </a:solidFill>
          <a:ln/>
        </p:spPr>
      </p:sp>
      <p:sp>
        <p:nvSpPr>
          <p:cNvPr id="16" name="Text 14"/>
          <p:cNvSpPr/>
          <p:nvPr/>
        </p:nvSpPr>
        <p:spPr>
          <a:xfrm>
            <a:off x="6565392" y="190195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65392" y="2651760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to Cloud SQL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65392" y="3291840"/>
            <a:ext cx="2093976" cy="5486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drizzle-kit migrate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33688" y="2743200"/>
            <a:ext cx="219456" cy="219456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0" y="1645920"/>
            <a:ext cx="2606040" cy="2468880"/>
          </a:xfrm>
          <a:prstGeom prst="roundRect">
            <a:avLst>
              <a:gd name="adj" fmla="val 4444"/>
            </a:avLst>
          </a:prstGeom>
          <a:solidFill>
            <a:srgbClr val="EAF3F8"/>
          </a:solidFill>
          <a:ln/>
        </p:spPr>
      </p:sp>
      <p:sp>
        <p:nvSpPr>
          <p:cNvPr id="21" name="Text 19"/>
          <p:cNvSpPr/>
          <p:nvPr/>
        </p:nvSpPr>
        <p:spPr>
          <a:xfrm>
            <a:off x="9400032" y="1901952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400032" y="2651760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&amp; 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400032" y="3291840"/>
            <a:ext cx="2093976" cy="5486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017520" y="489204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0964" y="5015484"/>
            <a:ext cx="210312" cy="21031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3703320" y="48463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rule: migrations run before new app code deploys — database and repo never drift apart.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Deploy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delivery with zero manual builds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7602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883664"/>
            <a:ext cx="210312" cy="210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9888" y="1572768"/>
            <a:ext cx="16916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laptop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264408" y="1874520"/>
            <a:ext cx="219456" cy="219456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0" name="Shape 7"/>
          <p:cNvSpPr/>
          <p:nvPr/>
        </p:nvSpPr>
        <p:spPr>
          <a:xfrm>
            <a:off x="3474720" y="14630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17602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756" y="1883664"/>
            <a:ext cx="210312" cy="2103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24528" y="1572768"/>
            <a:ext cx="16916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Docker image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099048" y="1874520"/>
            <a:ext cx="219456" cy="219456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15" name="Shape 11"/>
          <p:cNvSpPr/>
          <p:nvPr/>
        </p:nvSpPr>
        <p:spPr>
          <a:xfrm>
            <a:off x="6309360" y="14630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16" name="Shape 12"/>
          <p:cNvSpPr/>
          <p:nvPr/>
        </p:nvSpPr>
        <p:spPr>
          <a:xfrm>
            <a:off x="6473952" y="17602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2" descr="icons/doc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188366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59168" y="1572768"/>
            <a:ext cx="16916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Registry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container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8933688" y="1874520"/>
            <a:ext cx="219456" cy="219456"/>
          </a:xfrm>
          <a:prstGeom prst="rightArrow">
            <a:avLst/>
          </a:prstGeom>
          <a:solidFill>
            <a:srgbClr val="9FB8C9"/>
          </a:solidFill>
          <a:ln/>
        </p:spPr>
      </p:sp>
      <p:sp>
        <p:nvSpPr>
          <p:cNvPr id="20" name="Shape 15"/>
          <p:cNvSpPr/>
          <p:nvPr/>
        </p:nvSpPr>
        <p:spPr>
          <a:xfrm>
            <a:off x="9144000" y="14630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21" name="Shape 16"/>
          <p:cNvSpPr/>
          <p:nvPr/>
        </p:nvSpPr>
        <p:spPr>
          <a:xfrm>
            <a:off x="9308592" y="17602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2" name="Image 3" descr="icons/ro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1883664"/>
            <a:ext cx="210312" cy="2103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893808" y="1572768"/>
            <a:ext cx="16916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revision goes live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2441448" y="3017520"/>
            <a:ext cx="7315200" cy="777240"/>
          </a:xfrm>
          <a:prstGeom prst="roundRect">
            <a:avLst>
              <a:gd name="adj" fmla="val 11765"/>
            </a:avLst>
          </a:prstGeom>
          <a:solidFill>
            <a:srgbClr val="2129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production:   </a:t>
            </a:r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2468880" y="434340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6" name="Image 4" descr="icons/sy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324" y="4466844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154680" y="42976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to main triggers a fresh build and deployment — no manual steps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2468880" y="50292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9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2324" y="5152644"/>
            <a:ext cx="210312" cy="21031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154680" y="49834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Revisions roll out with zero downtime for users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2468880" y="571500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2" name="Image 6" descr="icons/bran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2324" y="5838444"/>
            <a:ext cx="210312" cy="210312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315468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rollback — route traffic back to any previous revision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Operations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encrypted paths, and no secrets in code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38160" y="1554480"/>
            <a:ext cx="3410712" cy="4480560"/>
          </a:xfrm>
          <a:prstGeom prst="roundRect">
            <a:avLst>
              <a:gd name="adj" fmla="val 3217"/>
            </a:avLst>
          </a:prstGeom>
          <a:solidFill>
            <a:srgbClr val="21295C"/>
          </a:solidFill>
          <a:ln/>
        </p:spPr>
      </p:sp>
      <p:sp>
        <p:nvSpPr>
          <p:cNvPr id="6" name="Shape 4"/>
          <p:cNvSpPr/>
          <p:nvPr/>
        </p:nvSpPr>
        <p:spPr>
          <a:xfrm>
            <a:off x="9244584" y="2331720"/>
            <a:ext cx="1188720" cy="11887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7" name="Image 0" descr="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5538" y="2652674"/>
            <a:ext cx="546811" cy="54681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0" y="3931920"/>
            <a:ext cx="2862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built in from day one — not bolted on later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0" name="Image 1" descr="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" y="1815084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164592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bcrypt-hashed passwords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58775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icons/user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271119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2542032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— admin and employee permission levels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85800" y="348386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6" name="Image 3" descr="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607308"/>
            <a:ext cx="210312" cy="21031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43814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database IP in production — Cloud SQL socket only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37997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9" name="Image 4" descr="icons/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" y="4503420"/>
            <a:ext cx="210312" cy="2103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71600" y="4334256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IAM — the service gets only the Cloud SQL Client role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85800" y="527608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2" name="Image 5" descr="icons/fileco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" y="5399532"/>
            <a:ext cx="210312" cy="21031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371600" y="5230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injected as environment variables — never committed to the repo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ready to grow with the business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1168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7" name="Image 0" descr="icons/do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2164751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697480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Domain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URL with managed HTTPS certificates on Cloud Run.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7472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10" name="Shape 7"/>
          <p:cNvSpPr/>
          <p:nvPr/>
        </p:nvSpPr>
        <p:spPr>
          <a:xfrm>
            <a:off x="3749040" y="20116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icons/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111" y="216475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9040" y="2697480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Logging dashboards, uptime checks, and error alerting.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30936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14" name="Shape 10"/>
          <p:cNvSpPr/>
          <p:nvPr/>
        </p:nvSpPr>
        <p:spPr>
          <a:xfrm>
            <a:off x="6583680" y="20116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5" name="Image 2" descr="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751" y="2164751"/>
            <a:ext cx="260787" cy="2607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83680" y="2697480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Pipeline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staging service, with migrations automated in CI.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9144000" y="173736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EAF3F8"/>
          </a:solidFill>
          <a:ln/>
        </p:spPr>
      </p:sp>
      <p:sp>
        <p:nvSpPr>
          <p:cNvPr id="18" name="Shape 13"/>
          <p:cNvSpPr/>
          <p:nvPr/>
        </p:nvSpPr>
        <p:spPr>
          <a:xfrm>
            <a:off x="9418320" y="201168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9" name="Image 3" descr="icons/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391" y="2164751"/>
            <a:ext cx="260787" cy="26078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418320" y="2697480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Growth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analytics, exports, and integrations as team needs evolve.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foundation = new capabilities without new infrastructure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92640" y="4206240"/>
            <a:ext cx="4754880" cy="475488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591556" y="1051560"/>
            <a:ext cx="1005840" cy="10058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3133" y="1323137"/>
            <a:ext cx="462686" cy="462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331720"/>
            <a:ext cx="10360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See It Live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914400" y="32918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 Cloud Run — real data, real time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3584448" y="4114800"/>
            <a:ext cx="5029200" cy="640080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github.com/ChristyDharmasingh/CustomTees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55321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2026-07-15T02:22:29Z</dcterms:created>
  <dcterms:modified xsi:type="dcterms:W3CDTF">2026-07-15T02:22:29Z</dcterms:modified>
</cp:coreProperties>
</file>